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chivo Black" charset="1" panose="020B0A03020202020B04"/>
      <p:regular r:id="rId28"/>
    </p:embeddedFont>
    <p:embeddedFont>
      <p:font typeface="Garet Bold" charset="1" panose="00000000000000000000"/>
      <p:regular r:id="rId29"/>
    </p:embeddedFont>
    <p:embeddedFont>
      <p:font typeface="Garet" charset="1" panose="00000000000000000000"/>
      <p:regular r:id="rId30"/>
    </p:embeddedFont>
    <p:embeddedFont>
      <p:font typeface="Garet Light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2715" y="4952351"/>
            <a:ext cx="937383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3500" spc="-27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Style, Redefined. For Everyone.</a:t>
            </a:r>
          </a:p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SNIPSNAP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Marc Dave U. Ofilanda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Ma’am. Gen-Gen H. Roma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8701" y="963930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SNIPSNAP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26005" y="954405"/>
            <a:ext cx="51705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DECEMBER 5,2025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750642" y="982048"/>
            <a:ext cx="338117" cy="338117"/>
          </a:xfrm>
          <a:custGeom>
            <a:avLst/>
            <a:gdLst/>
            <a:ahLst/>
            <a:cxnLst/>
            <a:rect r="r" b="b" t="t" l="l"/>
            <a:pathLst>
              <a:path h="338117" w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07469" y="3656083"/>
            <a:ext cx="10773446" cy="285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17"/>
              </a:lnSpc>
            </a:pPr>
            <a:r>
              <a:rPr lang="en-US" sz="13484" spc="-106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SNIPSNAP</a:t>
            </a:r>
          </a:p>
          <a:p>
            <a:pPr algn="r" marL="0" indent="0" lvl="0">
              <a:lnSpc>
                <a:spcPts val="10517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968701" y="1429536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WSTL31C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39209" y="3078241"/>
            <a:ext cx="17906345" cy="436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838411" y="7447040"/>
            <a:ext cx="3596365" cy="1811260"/>
          </a:xfrm>
          <a:custGeom>
            <a:avLst/>
            <a:gdLst/>
            <a:ahLst/>
            <a:cxnLst/>
            <a:rect r="r" b="b" t="t" l="l"/>
            <a:pathLst>
              <a:path h="1811260" w="3596365">
                <a:moveTo>
                  <a:pt x="0" y="0"/>
                </a:moveTo>
                <a:lnTo>
                  <a:pt x="3596365" y="0"/>
                </a:lnTo>
                <a:lnTo>
                  <a:pt x="3596365" y="1811260"/>
                </a:lnTo>
                <a:lnTo>
                  <a:pt x="0" y="1811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914127" y="-50992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2640"/>
            <a:ext cx="6077924" cy="59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5285" y="2411341"/>
            <a:ext cx="17017429" cy="700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Frontend: PHP templates + vanilla JS (modals, AJAX), CSS in style.css, shared header/footer in includes.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 (App): Procedural PHP endpoints (e.g., handle_login.php, handle_signup.php, handle_booking.php, admin pages) using db_connect.php.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Layer: MySQL via db_connect.php, using prepared statements (recommended), transactions for booking/payment flows.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Auth &amp; Sessions: PHP sessions; role-based redirects to customer_dashboard.php or admin pages.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Payments: Handlers for paymongo, paypal, gcash/paymaya; verification endpoints and payout/refund flows.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Background/Jobs: Admin scripts like admin_cleanup_old_pending.php, admin_process_payouts.php.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Storage: Static assets in images, videos in videos, payment proofs uploads folder (check your handlers).</a:t>
            </a:r>
          </a:p>
          <a:p>
            <a:pPr algn="just" marL="542083" indent="-271041" lvl="1">
              <a:lnSpc>
                <a:spcPts val="3515"/>
              </a:lnSpc>
              <a:buAutoNum type="arabicPeriod" startAt="1"/>
            </a:pPr>
            <a:r>
              <a:rPr lang="en-US" sz="25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Observability: Server logs, optional PHP error log; add simple request logging around payment verification for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10884" y="1837273"/>
            <a:ext cx="14632772" cy="8230934"/>
          </a:xfrm>
          <a:custGeom>
            <a:avLst/>
            <a:gdLst/>
            <a:ahLst/>
            <a:cxnLst/>
            <a:rect r="r" b="b" t="t" l="l"/>
            <a:pathLst>
              <a:path h="8230934" w="14632772">
                <a:moveTo>
                  <a:pt x="0" y="0"/>
                </a:moveTo>
                <a:lnTo>
                  <a:pt x="14632773" y="0"/>
                </a:lnTo>
                <a:lnTo>
                  <a:pt x="14632773" y="8230935"/>
                </a:lnTo>
                <a:lnTo>
                  <a:pt x="0" y="8230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2640"/>
            <a:ext cx="6077924" cy="59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9724" y="3908425"/>
            <a:ext cx="17283828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838411" y="7447040"/>
            <a:ext cx="3596365" cy="1811260"/>
          </a:xfrm>
          <a:custGeom>
            <a:avLst/>
            <a:gdLst/>
            <a:ahLst/>
            <a:cxnLst/>
            <a:rect r="r" b="b" t="t" l="l"/>
            <a:pathLst>
              <a:path h="1811260" w="3596365">
                <a:moveTo>
                  <a:pt x="0" y="0"/>
                </a:moveTo>
                <a:lnTo>
                  <a:pt x="3596365" y="0"/>
                </a:lnTo>
                <a:lnTo>
                  <a:pt x="3596365" y="1811260"/>
                </a:lnTo>
                <a:lnTo>
                  <a:pt x="0" y="1811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914127" y="-50992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452008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5862" y="1718965"/>
            <a:ext cx="17316275" cy="87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name, email UNIQUE, password_hash, phone, gender, role ENUM(customer,staff,admin), status ENUM(active,inactive), created_at, updated_at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staff_profiles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user_id FK users(id), bio, experience_years, specialties (JSON/text), rating_avg, rating_count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services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name, description, base_price, duration_minutes, category, is_active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staff_services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staff_id FK staff_profiles(id), service_id FK services(id), price_override NULL, duration_override NULL; PK(staff_id,service_id)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availability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staff_id FK, weekday TINYINT(0–6), start_time, end_time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availability_overrides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staff_id FK, date, is_available, start_time NULL, end_time NULL, note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appointments</a:t>
            </a:r>
          </a:p>
          <a:p>
            <a:pPr algn="l" marL="1036320" indent="-345440" lvl="2">
              <a:lnSpc>
                <a:spcPts val="3359"/>
              </a:lnSpc>
              <a:buAutoNum type="alphaLcPeriod" startAt="1"/>
            </a:pP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customer_id FK users(id), staff_id FK, service_id FK, scheduled_at </a:t>
            </a:r>
            <a:r>
              <a:rPr lang="en-US" sz="2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DATETIME, duration_minutes, price, status ENUM(pending,confirmed,in_progress,completed,cancelled,no_show,refunded), created_at, updated_at, cancelled_by ENUM(customer,staff,admin) NULL, cancel_reason NULL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0952" y="952500"/>
            <a:ext cx="452008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0793" y="1924998"/>
            <a:ext cx="17126414" cy="780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appointment_id FK, method ENUM(paymongo,paypal,gcash,paymaya,cash), provider_txn_id, amount, currency, status ENUM(pending,authorized,paid,failed,refunded,chargeback), proof_url NULL, created_at, updated_at, verified_at NULL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refunds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payment_id FK, amount, reason, status ENUM(requested,approved,processed,rejected), processed_by FK users(id) NULL, created_at, updated_at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payouts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staff_id FK, period_start, period_end, gross_amount, platform_fee, net_amount, status ENUM(pending,processed,failed), created_at, processed_at NULL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favorites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customer_id FK, staff_id FK; PK(customer_id,staff_id)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reviews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appointment_id FK, customer_id FK, staff_id FK, rating INT(1–5), comment, created_at, is_published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notifications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id PK, user_id FK, type ENUM(booking,payment,refund,promo,system), title, message, data JSON, is_read, created_at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notification_settings</a:t>
            </a:r>
          </a:p>
          <a:p>
            <a:pPr algn="l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user_id FK, email_opt_in, sms_opt_in, push_opt_in; PK(user_id)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8804" y="1639566"/>
            <a:ext cx="177474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nd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Part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2963" y="1440412"/>
            <a:ext cx="14192998" cy="8410806"/>
          </a:xfrm>
          <a:custGeom>
            <a:avLst/>
            <a:gdLst/>
            <a:ahLst/>
            <a:cxnLst/>
            <a:rect r="r" b="b" t="t" l="l"/>
            <a:pathLst>
              <a:path h="8410806" w="14192998">
                <a:moveTo>
                  <a:pt x="0" y="0"/>
                </a:moveTo>
                <a:lnTo>
                  <a:pt x="14192998" y="0"/>
                </a:lnTo>
                <a:lnTo>
                  <a:pt x="14192998" y="8410806"/>
                </a:lnTo>
                <a:lnTo>
                  <a:pt x="0" y="8410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2337" y="695642"/>
            <a:ext cx="452008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DESIGN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634" y="0"/>
            <a:ext cx="17398732" cy="10287000"/>
          </a:xfrm>
          <a:custGeom>
            <a:avLst/>
            <a:gdLst/>
            <a:ahLst/>
            <a:cxnLst/>
            <a:rect r="r" b="b" t="t" l="l"/>
            <a:pathLst>
              <a:path h="10287000" w="17398732">
                <a:moveTo>
                  <a:pt x="0" y="0"/>
                </a:moveTo>
                <a:lnTo>
                  <a:pt x="17398732" y="0"/>
                </a:lnTo>
                <a:lnTo>
                  <a:pt x="173987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1420" y="3446536"/>
            <a:ext cx="17266815" cy="304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26"/>
              </a:lnSpc>
            </a:pPr>
            <a:r>
              <a:rPr lang="en-US" sz="1773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STORYBOARD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838411" y="7447040"/>
            <a:ext cx="3596365" cy="1811260"/>
          </a:xfrm>
          <a:custGeom>
            <a:avLst/>
            <a:gdLst/>
            <a:ahLst/>
            <a:cxnLst/>
            <a:rect r="r" b="b" t="t" l="l"/>
            <a:pathLst>
              <a:path h="1811260" w="3596365">
                <a:moveTo>
                  <a:pt x="0" y="0"/>
                </a:moveTo>
                <a:lnTo>
                  <a:pt x="3596365" y="0"/>
                </a:lnTo>
                <a:lnTo>
                  <a:pt x="3596365" y="1811260"/>
                </a:lnTo>
                <a:lnTo>
                  <a:pt x="0" y="1811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914127" y="-50992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30548" y="2363414"/>
            <a:ext cx="14413109" cy="7062423"/>
          </a:xfrm>
          <a:custGeom>
            <a:avLst/>
            <a:gdLst/>
            <a:ahLst/>
            <a:cxnLst/>
            <a:rect r="r" b="b" t="t" l="l"/>
            <a:pathLst>
              <a:path h="7062423" w="14413109">
                <a:moveTo>
                  <a:pt x="0" y="0"/>
                </a:moveTo>
                <a:lnTo>
                  <a:pt x="14413109" y="0"/>
                </a:lnTo>
                <a:lnTo>
                  <a:pt x="14413109" y="7062423"/>
                </a:lnTo>
                <a:lnTo>
                  <a:pt x="0" y="7062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10867" y="750409"/>
            <a:ext cx="5066266" cy="115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4"/>
              </a:lnSpc>
            </a:pPr>
            <a:r>
              <a:rPr lang="en-US" sz="67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 Page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2267" y="2055759"/>
            <a:ext cx="15163244" cy="7202541"/>
          </a:xfrm>
          <a:custGeom>
            <a:avLst/>
            <a:gdLst/>
            <a:ahLst/>
            <a:cxnLst/>
            <a:rect r="r" b="b" t="t" l="l"/>
            <a:pathLst>
              <a:path h="7202541" w="15163244">
                <a:moveTo>
                  <a:pt x="0" y="0"/>
                </a:moveTo>
                <a:lnTo>
                  <a:pt x="15163244" y="0"/>
                </a:lnTo>
                <a:lnTo>
                  <a:pt x="15163244" y="7202541"/>
                </a:lnTo>
                <a:lnTo>
                  <a:pt x="0" y="7202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00816" y="750409"/>
            <a:ext cx="6886368" cy="115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4"/>
              </a:lnSpc>
            </a:pPr>
            <a:r>
              <a:rPr lang="en-US" sz="67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About Us Page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189" y="2041576"/>
            <a:ext cx="15163622" cy="7392266"/>
          </a:xfrm>
          <a:custGeom>
            <a:avLst/>
            <a:gdLst/>
            <a:ahLst/>
            <a:cxnLst/>
            <a:rect r="r" b="b" t="t" l="l"/>
            <a:pathLst>
              <a:path h="7392266" w="15163622">
                <a:moveTo>
                  <a:pt x="0" y="0"/>
                </a:moveTo>
                <a:lnTo>
                  <a:pt x="15163622" y="0"/>
                </a:lnTo>
                <a:lnTo>
                  <a:pt x="15163622" y="7392265"/>
                </a:lnTo>
                <a:lnTo>
                  <a:pt x="0" y="7392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85479" y="750409"/>
            <a:ext cx="6317042" cy="115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4"/>
              </a:lnSpc>
            </a:pPr>
            <a:r>
              <a:rPr lang="en-US" sz="673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Contact Page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59562" y="4818533"/>
            <a:ext cx="8618470" cy="4126092"/>
          </a:xfrm>
          <a:custGeom>
            <a:avLst/>
            <a:gdLst/>
            <a:ahLst/>
            <a:cxnLst/>
            <a:rect r="r" b="b" t="t" l="l"/>
            <a:pathLst>
              <a:path h="4126092" w="8618470">
                <a:moveTo>
                  <a:pt x="0" y="0"/>
                </a:moveTo>
                <a:lnTo>
                  <a:pt x="8618470" y="0"/>
                </a:lnTo>
                <a:lnTo>
                  <a:pt x="8618470" y="4126092"/>
                </a:lnTo>
                <a:lnTo>
                  <a:pt x="0" y="412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9362" y="2230069"/>
            <a:ext cx="8864638" cy="4372784"/>
          </a:xfrm>
          <a:custGeom>
            <a:avLst/>
            <a:gdLst/>
            <a:ahLst/>
            <a:cxnLst/>
            <a:rect r="r" b="b" t="t" l="l"/>
            <a:pathLst>
              <a:path h="4372784" w="8864638">
                <a:moveTo>
                  <a:pt x="0" y="0"/>
                </a:moveTo>
                <a:lnTo>
                  <a:pt x="8864638" y="0"/>
                </a:lnTo>
                <a:lnTo>
                  <a:pt x="8864638" y="4372785"/>
                </a:lnTo>
                <a:lnTo>
                  <a:pt x="0" y="437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7" t="0" r="-23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Login &amp; Register Page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5888" y="1838676"/>
            <a:ext cx="14940212" cy="7246003"/>
          </a:xfrm>
          <a:custGeom>
            <a:avLst/>
            <a:gdLst/>
            <a:ahLst/>
            <a:cxnLst/>
            <a:rect r="r" b="b" t="t" l="l"/>
            <a:pathLst>
              <a:path h="7246003" w="14940212">
                <a:moveTo>
                  <a:pt x="0" y="0"/>
                </a:moveTo>
                <a:lnTo>
                  <a:pt x="14940212" y="0"/>
                </a:lnTo>
                <a:lnTo>
                  <a:pt x="14940212" y="7246003"/>
                </a:lnTo>
                <a:lnTo>
                  <a:pt x="0" y="7246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Booking Page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9235" y="1941154"/>
            <a:ext cx="15009530" cy="7317146"/>
          </a:xfrm>
          <a:custGeom>
            <a:avLst/>
            <a:gdLst/>
            <a:ahLst/>
            <a:cxnLst/>
            <a:rect r="r" b="b" t="t" l="l"/>
            <a:pathLst>
              <a:path h="7317146" w="15009530">
                <a:moveTo>
                  <a:pt x="0" y="0"/>
                </a:moveTo>
                <a:lnTo>
                  <a:pt x="15009530" y="0"/>
                </a:lnTo>
                <a:lnTo>
                  <a:pt x="15009530" y="7317146"/>
                </a:lnTo>
                <a:lnTo>
                  <a:pt x="0" y="7317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Booking Page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9235" y="1941154"/>
            <a:ext cx="15009530" cy="7317146"/>
          </a:xfrm>
          <a:custGeom>
            <a:avLst/>
            <a:gdLst/>
            <a:ahLst/>
            <a:cxnLst/>
            <a:rect r="r" b="b" t="t" l="l"/>
            <a:pathLst>
              <a:path h="7317146" w="15009530">
                <a:moveTo>
                  <a:pt x="0" y="0"/>
                </a:moveTo>
                <a:lnTo>
                  <a:pt x="15009530" y="0"/>
                </a:lnTo>
                <a:lnTo>
                  <a:pt x="15009530" y="7317146"/>
                </a:lnTo>
                <a:lnTo>
                  <a:pt x="0" y="7317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Booking Page 2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203" y="1845185"/>
            <a:ext cx="15565595" cy="7413115"/>
          </a:xfrm>
          <a:custGeom>
            <a:avLst/>
            <a:gdLst/>
            <a:ahLst/>
            <a:cxnLst/>
            <a:rect r="r" b="b" t="t" l="l"/>
            <a:pathLst>
              <a:path h="7413115" w="15565595">
                <a:moveTo>
                  <a:pt x="0" y="0"/>
                </a:moveTo>
                <a:lnTo>
                  <a:pt x="15565594" y="0"/>
                </a:lnTo>
                <a:lnTo>
                  <a:pt x="15565594" y="7413115"/>
                </a:lnTo>
                <a:lnTo>
                  <a:pt x="0" y="741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 Page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203" y="1845185"/>
            <a:ext cx="15565595" cy="7413115"/>
          </a:xfrm>
          <a:custGeom>
            <a:avLst/>
            <a:gdLst/>
            <a:ahLst/>
            <a:cxnLst/>
            <a:rect r="r" b="b" t="t" l="l"/>
            <a:pathLst>
              <a:path h="7413115" w="15565595">
                <a:moveTo>
                  <a:pt x="0" y="0"/>
                </a:moveTo>
                <a:lnTo>
                  <a:pt x="15565594" y="0"/>
                </a:lnTo>
                <a:lnTo>
                  <a:pt x="15565594" y="7413115"/>
                </a:lnTo>
                <a:lnTo>
                  <a:pt x="0" y="741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 Page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2064" y="1997190"/>
            <a:ext cx="14908237" cy="7453909"/>
          </a:xfrm>
          <a:custGeom>
            <a:avLst/>
            <a:gdLst/>
            <a:ahLst/>
            <a:cxnLst/>
            <a:rect r="r" b="b" t="t" l="l"/>
            <a:pathLst>
              <a:path h="7453909" w="14908237">
                <a:moveTo>
                  <a:pt x="0" y="0"/>
                </a:moveTo>
                <a:lnTo>
                  <a:pt x="14908237" y="0"/>
                </a:lnTo>
                <a:lnTo>
                  <a:pt x="14908237" y="7453909"/>
                </a:lnTo>
                <a:lnTo>
                  <a:pt x="0" y="7453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56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Services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244464" y="2149590"/>
            <a:ext cx="14908237" cy="7453909"/>
          </a:xfrm>
          <a:custGeom>
            <a:avLst/>
            <a:gdLst/>
            <a:ahLst/>
            <a:cxnLst/>
            <a:rect r="r" b="b" t="t" l="l"/>
            <a:pathLst>
              <a:path h="7453909" w="14908237">
                <a:moveTo>
                  <a:pt x="0" y="0"/>
                </a:moveTo>
                <a:lnTo>
                  <a:pt x="14908237" y="0"/>
                </a:lnTo>
                <a:lnTo>
                  <a:pt x="14908237" y="7453909"/>
                </a:lnTo>
                <a:lnTo>
                  <a:pt x="0" y="7453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561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5819" y="1731964"/>
            <a:ext cx="16013481" cy="7526336"/>
          </a:xfrm>
          <a:custGeom>
            <a:avLst/>
            <a:gdLst/>
            <a:ahLst/>
            <a:cxnLst/>
            <a:rect r="r" b="b" t="t" l="l"/>
            <a:pathLst>
              <a:path h="7526336" w="16013481">
                <a:moveTo>
                  <a:pt x="0" y="0"/>
                </a:moveTo>
                <a:lnTo>
                  <a:pt x="16013481" y="0"/>
                </a:lnTo>
                <a:lnTo>
                  <a:pt x="16013481" y="7526336"/>
                </a:lnTo>
                <a:lnTo>
                  <a:pt x="0" y="7526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6962" y="842540"/>
            <a:ext cx="8028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Users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8432" y="4221474"/>
            <a:ext cx="17111137" cy="354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53"/>
              </a:lnSpc>
              <a:spcBef>
                <a:spcPct val="0"/>
              </a:spcBef>
            </a:pPr>
            <a:r>
              <a:rPr lang="en-US" sz="13653" spc="-10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for Listening!!!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DAG6n_6eAoY</dc:identifier>
  <dcterms:modified xsi:type="dcterms:W3CDTF">2011-08-01T06:04:30Z</dcterms:modified>
  <cp:revision>1</cp:revision>
  <dc:title>SnipSnap</dc:title>
</cp:coreProperties>
</file>